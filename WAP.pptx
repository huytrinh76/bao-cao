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15" d="100"/>
          <a:sy n="115" d="100"/>
        </p:scale>
        <p:origin x="372"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24D31C9-9DAC-4483-A434-213D01964147}" type="datetimeFigureOut">
              <a:rPr lang="en-US" smtClean="0"/>
              <a:t>11/14/2019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52E188-BB9C-4A3C-B286-B2499C08128A}" type="slidenum">
              <a:rPr lang="en-US" smtClean="0"/>
              <a:t>‹#›</a:t>
            </a:fld>
            <a:endParaRPr lang="en-US"/>
          </a:p>
        </p:txBody>
      </p:sp>
    </p:spTree>
    <p:extLst>
      <p:ext uri="{BB962C8B-B14F-4D97-AF65-F5344CB8AC3E}">
        <p14:creationId xmlns:p14="http://schemas.microsoft.com/office/powerpoint/2010/main" val="4293292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4D31C9-9DAC-4483-A434-213D01964147}" type="datetimeFigureOut">
              <a:rPr lang="en-US" smtClean="0"/>
              <a:t>11/14/2019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52E188-BB9C-4A3C-B286-B2499C08128A}" type="slidenum">
              <a:rPr lang="en-US" smtClean="0"/>
              <a:t>‹#›</a:t>
            </a:fld>
            <a:endParaRPr lang="en-US"/>
          </a:p>
        </p:txBody>
      </p:sp>
    </p:spTree>
    <p:extLst>
      <p:ext uri="{BB962C8B-B14F-4D97-AF65-F5344CB8AC3E}">
        <p14:creationId xmlns:p14="http://schemas.microsoft.com/office/powerpoint/2010/main" val="45679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24D31C9-9DAC-4483-A434-213D01964147}" type="datetimeFigureOut">
              <a:rPr lang="en-US" smtClean="0"/>
              <a:t>11/14/2019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52E188-BB9C-4A3C-B286-B2499C08128A}" type="slidenum">
              <a:rPr lang="en-US" smtClean="0"/>
              <a:t>‹#›</a:t>
            </a:fld>
            <a:endParaRPr lang="en-US"/>
          </a:p>
        </p:txBody>
      </p:sp>
    </p:spTree>
    <p:extLst>
      <p:ext uri="{BB962C8B-B14F-4D97-AF65-F5344CB8AC3E}">
        <p14:creationId xmlns:p14="http://schemas.microsoft.com/office/powerpoint/2010/main" val="126000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24D31C9-9DAC-4483-A434-213D01964147}" type="datetimeFigureOut">
              <a:rPr lang="en-US" smtClean="0"/>
              <a:t>11/14/2019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52E188-BB9C-4A3C-B286-B2499C08128A}" type="slidenum">
              <a:rPr lang="en-US" smtClean="0"/>
              <a:t>‹#›</a:t>
            </a:fld>
            <a:endParaRPr lang="en-US"/>
          </a:p>
        </p:txBody>
      </p:sp>
    </p:spTree>
    <p:extLst>
      <p:ext uri="{BB962C8B-B14F-4D97-AF65-F5344CB8AC3E}">
        <p14:creationId xmlns:p14="http://schemas.microsoft.com/office/powerpoint/2010/main" val="165673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24D31C9-9DAC-4483-A434-213D01964147}" type="datetimeFigureOut">
              <a:rPr lang="en-US" smtClean="0"/>
              <a:t>11/14/2019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52E188-BB9C-4A3C-B286-B2499C08128A}" type="slidenum">
              <a:rPr lang="en-US" smtClean="0"/>
              <a:t>‹#›</a:t>
            </a:fld>
            <a:endParaRPr lang="en-US"/>
          </a:p>
        </p:txBody>
      </p:sp>
    </p:spTree>
    <p:extLst>
      <p:ext uri="{BB962C8B-B14F-4D97-AF65-F5344CB8AC3E}">
        <p14:creationId xmlns:p14="http://schemas.microsoft.com/office/powerpoint/2010/main" val="293247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24D31C9-9DAC-4483-A434-213D01964147}" type="datetimeFigureOut">
              <a:rPr lang="en-US" smtClean="0"/>
              <a:t>11/14/2019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52E188-BB9C-4A3C-B286-B2499C08128A}" type="slidenum">
              <a:rPr lang="en-US" smtClean="0"/>
              <a:t>‹#›</a:t>
            </a:fld>
            <a:endParaRPr lang="en-US"/>
          </a:p>
        </p:txBody>
      </p:sp>
    </p:spTree>
    <p:extLst>
      <p:ext uri="{BB962C8B-B14F-4D97-AF65-F5344CB8AC3E}">
        <p14:creationId xmlns:p14="http://schemas.microsoft.com/office/powerpoint/2010/main" val="32780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4D31C9-9DAC-4483-A434-213D01964147}" type="datetimeFigureOut">
              <a:rPr lang="en-US" smtClean="0"/>
              <a:t>11/14/2019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52E188-BB9C-4A3C-B286-B2499C08128A}" type="slidenum">
              <a:rPr lang="en-US" smtClean="0"/>
              <a:t>‹#›</a:t>
            </a:fld>
            <a:endParaRPr lang="en-US"/>
          </a:p>
        </p:txBody>
      </p:sp>
    </p:spTree>
    <p:extLst>
      <p:ext uri="{BB962C8B-B14F-4D97-AF65-F5344CB8AC3E}">
        <p14:creationId xmlns:p14="http://schemas.microsoft.com/office/powerpoint/2010/main" val="2371496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24D31C9-9DAC-4483-A434-213D01964147}" type="datetimeFigureOut">
              <a:rPr lang="en-US" smtClean="0"/>
              <a:t>11/14/2019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52E188-BB9C-4A3C-B286-B2499C08128A}" type="slidenum">
              <a:rPr lang="en-US" smtClean="0"/>
              <a:t>‹#›</a:t>
            </a:fld>
            <a:endParaRPr lang="en-US"/>
          </a:p>
        </p:txBody>
      </p:sp>
    </p:spTree>
    <p:extLst>
      <p:ext uri="{BB962C8B-B14F-4D97-AF65-F5344CB8AC3E}">
        <p14:creationId xmlns:p14="http://schemas.microsoft.com/office/powerpoint/2010/main" val="2278131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24D31C9-9DAC-4483-A434-213D01964147}" type="datetimeFigureOut">
              <a:rPr lang="en-US" smtClean="0"/>
              <a:t>11/14/2019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52E188-BB9C-4A3C-B286-B2499C08128A}" type="slidenum">
              <a:rPr lang="en-US" smtClean="0"/>
              <a:t>‹#›</a:t>
            </a:fld>
            <a:endParaRPr lang="en-US"/>
          </a:p>
        </p:txBody>
      </p:sp>
    </p:spTree>
    <p:extLst>
      <p:ext uri="{BB962C8B-B14F-4D97-AF65-F5344CB8AC3E}">
        <p14:creationId xmlns:p14="http://schemas.microsoft.com/office/powerpoint/2010/main" val="690303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4D31C9-9DAC-4483-A434-213D01964147}" type="datetimeFigureOut">
              <a:rPr lang="en-US" smtClean="0"/>
              <a:t>11/14/2019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52E188-BB9C-4A3C-B286-B2499C08128A}" type="slidenum">
              <a:rPr lang="en-US" smtClean="0"/>
              <a:t>‹#›</a:t>
            </a:fld>
            <a:endParaRPr lang="en-US"/>
          </a:p>
        </p:txBody>
      </p:sp>
    </p:spTree>
    <p:extLst>
      <p:ext uri="{BB962C8B-B14F-4D97-AF65-F5344CB8AC3E}">
        <p14:creationId xmlns:p14="http://schemas.microsoft.com/office/powerpoint/2010/main" val="297129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4D31C9-9DAC-4483-A434-213D01964147}" type="datetimeFigureOut">
              <a:rPr lang="en-US" smtClean="0"/>
              <a:t>11/14/2019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52E188-BB9C-4A3C-B286-B2499C08128A}" type="slidenum">
              <a:rPr lang="en-US" smtClean="0"/>
              <a:t>‹#›</a:t>
            </a:fld>
            <a:endParaRPr lang="en-US"/>
          </a:p>
        </p:txBody>
      </p:sp>
    </p:spTree>
    <p:extLst>
      <p:ext uri="{BB962C8B-B14F-4D97-AF65-F5344CB8AC3E}">
        <p14:creationId xmlns:p14="http://schemas.microsoft.com/office/powerpoint/2010/main" val="2750907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39000" b="-3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4D31C9-9DAC-4483-A434-213D01964147}" type="datetimeFigureOut">
              <a:rPr lang="en-US" smtClean="0"/>
              <a:t>11/14/2019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52E188-BB9C-4A3C-B286-B2499C08128A}" type="slidenum">
              <a:rPr lang="en-US" smtClean="0"/>
              <a:t>‹#›</a:t>
            </a:fld>
            <a:endParaRPr lang="en-US"/>
          </a:p>
        </p:txBody>
      </p:sp>
    </p:spTree>
    <p:extLst>
      <p:ext uri="{BB962C8B-B14F-4D97-AF65-F5344CB8AC3E}">
        <p14:creationId xmlns:p14="http://schemas.microsoft.com/office/powerpoint/2010/main" val="727275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1928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39000" b="-3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46666" y="0"/>
            <a:ext cx="3326476" cy="872836"/>
          </a:xfrm>
        </p:spPr>
        <p:txBody>
          <a:bodyPr/>
          <a:lstStyle/>
          <a:p>
            <a:pPr algn="ctr"/>
            <a:r>
              <a:rPr lang="en-US" b="1" dirty="0" smtClean="0">
                <a:solidFill>
                  <a:srgbClr val="FF0000"/>
                </a:solidFill>
              </a:rPr>
              <a:t>WAP là gì?</a:t>
            </a:r>
            <a:endParaRPr lang="en-US" b="1" dirty="0">
              <a:solidFill>
                <a:srgbClr val="FF0000"/>
              </a:solidFill>
            </a:endParaRPr>
          </a:p>
        </p:txBody>
      </p:sp>
      <p:sp>
        <p:nvSpPr>
          <p:cNvPr id="3" name="Content Placeholder 2"/>
          <p:cNvSpPr>
            <a:spLocks noGrp="1"/>
          </p:cNvSpPr>
          <p:nvPr>
            <p:ph idx="1"/>
          </p:nvPr>
        </p:nvSpPr>
        <p:spPr>
          <a:xfrm>
            <a:off x="944230" y="1051353"/>
            <a:ext cx="10515600" cy="4351338"/>
          </a:xfrm>
        </p:spPr>
        <p:txBody>
          <a:bodyPr>
            <a:normAutofit fontScale="85000" lnSpcReduction="20000"/>
          </a:bodyPr>
          <a:lstStyle/>
          <a:p>
            <a:r>
              <a:rPr lang="vi-VN" b="1" dirty="0"/>
              <a:t>WAP</a:t>
            </a:r>
            <a:r>
              <a:rPr lang="vi-VN" dirty="0"/>
              <a:t> (viết tắt của </a:t>
            </a:r>
            <a:r>
              <a:rPr lang="vi-VN" i="1" dirty="0"/>
              <a:t>Wireless Application Protocol</a:t>
            </a:r>
            <a:r>
              <a:rPr lang="vi-VN" dirty="0"/>
              <a:t> - </a:t>
            </a:r>
            <a:r>
              <a:rPr lang="vi-VN" i="1" dirty="0"/>
              <a:t>Giao thức Ứng dụng Không dây</a:t>
            </a:r>
            <a:r>
              <a:rPr lang="vi-VN" dirty="0"/>
              <a:t>) là một tiêu chuẩn công nghệ cho các hệ thống truy nhập Internet từ các thiết bị di động như điện thoại di động, PDA. Mặc dù tiêu chuẩn này chưa được chuẩn hóa trên toàn cầu, nhưng những ứng dụng của giao thức này đã tác động rất lớn đến ngành công nghiệp di động và các lĩnh vực dịch vụ liên quan. WAP là giao thức truyền thông mang lại rất nhiều ứng dụng cho người sử dụng thiết bị đầu cuối di động như E-mail, web, mua bán trực tuyến, ngân hàng trực tuyến, thông tin chứng khoán.</a:t>
            </a:r>
          </a:p>
          <a:p>
            <a:r>
              <a:rPr lang="vi-VN" dirty="0"/>
              <a:t>Với các xu hướng triển khai các ứng dụng vô tuyến băng thông rộng trong mạng NGN, rất nhiều các công nghệ đã được đề xuất để tích hợp và hội tụ các dịch vụ mạng. WAP là một giải pháp công nghệ đem lại nhiều lợi ích cho người sử dụng thiết bị đầu cuối vô tuyến cũng như các gia tăng giá trị của các nhà cung cấp dịch vụ mạng. Tuy nhiên, triển khai WAP là một vấn đề phức tạp và liên quan tới nhiều hướng phát triển công nghệ khác như phần cứng, bảo mật và các vấn đề khác.</a:t>
            </a:r>
          </a:p>
          <a:p>
            <a:endParaRPr lang="en-US" dirty="0"/>
          </a:p>
        </p:txBody>
      </p:sp>
    </p:spTree>
    <p:extLst>
      <p:ext uri="{BB962C8B-B14F-4D97-AF65-F5344CB8AC3E}">
        <p14:creationId xmlns:p14="http://schemas.microsoft.com/office/powerpoint/2010/main" val="22804594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89029" y="0"/>
            <a:ext cx="7663508" cy="769441"/>
          </a:xfrm>
          <a:prstGeom prst="rect">
            <a:avLst/>
          </a:prstGeom>
        </p:spPr>
        <p:txBody>
          <a:bodyPr wrap="none">
            <a:spAutoFit/>
          </a:bodyPr>
          <a:lstStyle/>
          <a:p>
            <a:r>
              <a:rPr lang="en-US" sz="4400" b="1" i="0" dirty="0" smtClean="0">
                <a:solidFill>
                  <a:srgbClr val="FF0000"/>
                </a:solidFill>
                <a:effectLst/>
                <a:latin typeface="+mj-lt"/>
              </a:rPr>
              <a:t>Mô hình kiến trúc giao thức WAP</a:t>
            </a:r>
            <a:endParaRPr lang="en-US" sz="4400" b="1" i="0" dirty="0">
              <a:solidFill>
                <a:srgbClr val="FF0000"/>
              </a:solidFill>
              <a:effectLst/>
              <a:latin typeface="+mj-lt"/>
            </a:endParaRPr>
          </a:p>
        </p:txBody>
      </p:sp>
    </p:spTree>
    <p:extLst>
      <p:ext uri="{BB962C8B-B14F-4D97-AF65-F5344CB8AC3E}">
        <p14:creationId xmlns:p14="http://schemas.microsoft.com/office/powerpoint/2010/main" val="21189931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529449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511104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895646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167727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112590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307344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12</Words>
  <Application>Microsoft Office PowerPoint</Application>
  <PresentationFormat>Widescreen</PresentationFormat>
  <Paragraphs>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PowerPoint Presentation</vt:lpstr>
      <vt:lpstr>WAP là gì?</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titaniummurdock@gmail.com</dc:creator>
  <cp:lastModifiedBy>titaniummurdock@gmail.com</cp:lastModifiedBy>
  <cp:revision>3</cp:revision>
  <dcterms:created xsi:type="dcterms:W3CDTF">2019-11-14T14:08:53Z</dcterms:created>
  <dcterms:modified xsi:type="dcterms:W3CDTF">2019-11-14T14:32:18Z</dcterms:modified>
</cp:coreProperties>
</file>